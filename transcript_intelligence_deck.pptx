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Transcript Intelligence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lightweight analytics pipeline for customer, sales, and product transcripts.</a:t>
            </a:r>
          </a:p>
          <a:p>
            <a:r>
              <a:t>Built using TF-IDF, KMeans clustering, rule-based tagging, and sentiment analysis.</a:t>
            </a:r>
          </a:p>
          <a:p>
            <a:r>
              <a:t>Designed for scalable conversational intelligence in restricted environments.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Organizations generate thousands of support, sales, and product conversations.</a:t>
            </a:r>
          </a:p>
          <a:p>
            <a:r>
              <a:t>Critical insights remain hidden in unstructured transcript data.</a:t>
            </a:r>
          </a:p>
          <a:p>
            <a:r>
              <a:t>Stakeholders need actionable intelligence to improve operations and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Transcript ingestion and validation</a:t>
            </a:r>
          </a:p>
          <a:p>
            <a:r>
              <a:t>Text cleaning and preprocessing</a:t>
            </a:r>
          </a:p>
          <a:p>
            <a:r>
              <a:t>TF-IDF embedding generation</a:t>
            </a:r>
          </a:p>
          <a:p>
            <a:r>
              <a:t>KMeans topic clustering</a:t>
            </a:r>
          </a:p>
          <a:p>
            <a:r>
              <a:t>Rule-based topic tagging</a:t>
            </a:r>
          </a:p>
          <a:p>
            <a:r>
              <a:t>Sentiment analysis</a:t>
            </a:r>
          </a:p>
          <a:p>
            <a:r>
              <a:t>Insight generation and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Topics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and login failures</a:t>
            </a:r>
          </a:p>
          <a:p>
            <a:r>
              <a:t>Billing and payment disputes</a:t>
            </a:r>
          </a:p>
          <a:p>
            <a:r>
              <a:t>Application crashes and bugs</a:t>
            </a:r>
          </a:p>
          <a:p>
            <a:r>
              <a:t>Feature requests and product gaps</a:t>
            </a:r>
          </a:p>
          <a:p>
            <a:r>
              <a:t>Pricing objections and competitor mentions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calls showed the highest negative sentiment.</a:t>
            </a:r>
          </a:p>
          <a:p>
            <a:r>
              <a:t>Billing and crash-related conversations strongly correlated with dissatisfaction.</a:t>
            </a:r>
          </a:p>
          <a:p>
            <a:r>
              <a:t>Sales calls frequently included pricing concerns and competitor comparisons.</a:t>
            </a:r>
          </a:p>
          <a:p>
            <a:r>
              <a:t>Feature-request discussions were generally neutral to positive.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These Findings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failures directly impact customer retention.</a:t>
            </a:r>
          </a:p>
          <a:p>
            <a:r>
              <a:t>Billing complaints increase churn risk and support costs.</a:t>
            </a:r>
          </a:p>
          <a:p>
            <a:r>
              <a:t>Crash-related issues indicate product reliability problems.</a:t>
            </a:r>
          </a:p>
          <a:p>
            <a:r>
              <a:t>Pricing objections reveal competitive market pressure.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Leaders: Detect recurring customer pain points.</a:t>
            </a:r>
          </a:p>
          <a:p>
            <a:r>
              <a:t>Sales Teams: Monitor pricing objections and competitor mentions.</a:t>
            </a:r>
          </a:p>
          <a:p>
            <a:r>
              <a:t>Product Managers: Prioritize high-demand feature requests.</a:t>
            </a:r>
          </a:p>
          <a:p>
            <a:r>
              <a:t>Engineering Teams: Track operational reliability and bug trends.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proactive monitoring for authentication and billing failures.</a:t>
            </a:r>
          </a:p>
          <a:p>
            <a:r>
              <a:t>Create automated escalation workflows for high-negative sentiment transcripts.</a:t>
            </a:r>
          </a:p>
          <a:p>
            <a:r>
              <a:t>Use transcript intelligence to prioritize roadmap planning.</a:t>
            </a:r>
          </a:p>
          <a:p>
            <a:r>
              <a:t>Expand the pipeline with LLM summarization and semantic 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OpenAI embeddings and semantic search</a:t>
            </a:r>
          </a:p>
          <a:p>
            <a:r>
              <a:t>Real-time transcript streaming</a:t>
            </a:r>
          </a:p>
          <a:p>
            <a:r>
              <a:t>RAG-powered transcript exploration</a:t>
            </a:r>
          </a:p>
          <a:p>
            <a:r>
              <a:t>Churn prediction models</a:t>
            </a:r>
          </a:p>
          <a:p>
            <a:r>
              <a:t>Agent quality scoring dashboards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Transcript Intelligence transforms raw conversations into business insights.</a:t>
            </a:r>
          </a:p>
          <a:p>
            <a:r>
              <a:t>The pipeline enables scalable analytics across support, sales, and product teams.</a:t>
            </a:r>
          </a:p>
          <a:p>
            <a:r>
              <a:t>Lightweight architecture ensures easy deployment and operational reliability.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